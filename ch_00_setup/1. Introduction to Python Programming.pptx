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05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9BE34-09D2-9990-BDED-21D5BE05C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96FE8-B5C2-69B6-AEB0-261CEC9C1B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45D57-0497-6D26-F096-976DCF39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49E3E-EFF9-777B-C938-946A4826C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F4DBC-1E2E-EFE3-2CFB-05CD800E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273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56241-4B51-E454-7CDD-205ADAC5F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5CC22-8D6E-E68F-33DF-3D38158F6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C058C-D070-4EDE-6676-6B7909C3E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11A01-E662-D450-8CD6-8D49F85BF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3CE56-FD88-6A43-D6BC-2B169732E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720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8AB92-050F-C9B0-8CAB-E2BF15A89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BFC23-EE25-E359-CB55-A6477110F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4CFBB-6AD7-92BB-A0ED-C5A10EE4C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BBC33-C111-EBE2-ECB4-E9817BFAD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AC78C-709F-2BD3-F6DF-184BFDCEE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911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8E5B9-F5DB-D78B-1DA1-4727A9C38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D50B2-94FC-6DDE-7BA6-9623F60C49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C7BFF-B88C-EE92-E47B-73AECB088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67E17-B007-E7E4-9372-3BFE41C48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975DE-4223-48CC-6E8C-11AD6A766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556D5E-59E8-EB56-9D3F-D7D5EAA5A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052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B936-D29F-D612-42F8-277C4991C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D65B1-9A67-B1F2-DE63-939749C2F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ED3F3-932B-5443-CF90-CA62E81E4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DD0641-51A3-6214-DBA0-F1F5F79C81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6FE9A8-0F71-D65E-A777-CA61B8E2C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A57C0B-AF2A-166E-C6ED-E4DFD73A1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B95125-8C6C-6D9C-006C-1B9532994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779DE-C321-A9C6-1895-8058F3BB1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65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9852B-1454-7876-09CE-B8CB432FD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876672-3E54-EDAD-A059-999D01B25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F1D1B4-0401-F7F9-349C-242369A04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35BC2-ABFE-A4AB-BAD3-65CE5FD29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647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2E1906-D606-961D-6F3B-BD94A194C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56CD5-104F-F64A-8F0D-CB2351B50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62954-D788-8786-9116-03542CC2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611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DE90D-4DEC-7088-8A9C-80A5BDA9A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3CAEE-C8C4-EB41-7202-3C6FC17CF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540CE-D217-D8FE-2C5A-C43252E72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C431C-8DAE-E2A2-A0A9-742561407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15CA5-AE50-332D-7559-08B07FE4F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67123-111B-D659-0DD9-73FF4DE6E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006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7AAB5-E0CC-37F4-545C-DB8D5BF3F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4FAA09-2691-875E-58D8-181D2D631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32FC7-B13C-6F23-B9C5-36697F050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A94F1-5D50-5F3C-5ED7-F545F0714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6E72F-5E09-2774-8CD2-CAA467D17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4D087-03EC-CF4E-16F9-16EECDF09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127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B664-0678-32E7-0762-1584C1497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34333A-DAE4-C3D2-4515-D53A49036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C0736-442D-18E0-7053-228DCF628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401A0-31FD-E2F8-A264-350B834C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2C1AB-A9AC-52C1-0FE9-0B16518DC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920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E03CBC-D278-CDF1-4926-4C73CED43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8686F-EF60-0427-4FE2-47C141A38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3E188-6CD8-1E24-F29F-79665A1EB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B3C38-7678-FBA4-B5E7-36E285509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C243A-E079-75EE-4A00-A6305545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246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01263-A6B5-835D-8A71-0C6370928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9A4AD-CA3F-54D0-8EC9-6B451B7B8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C638A-5492-6EA6-96D8-981A5136E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4C4B3-27BB-145D-99CC-29AE9F80A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6C5C6-6181-5C2F-5EAC-51A864FA5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745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hyperlink" Target="https://www.python.org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18" Type="http://schemas.openxmlformats.org/officeDocument/2006/relationships/image" Target="../media/image21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0.png"/><Relationship Id="rId2" Type="http://schemas.openxmlformats.org/officeDocument/2006/relationships/image" Target="../media/image6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8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C836-956C-0824-231C-11689CEB4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7137" y="1964268"/>
            <a:ext cx="7197726" cy="242146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Introduction to</a:t>
            </a:r>
            <a:br>
              <a:rPr lang="en-US" dirty="0"/>
            </a:br>
            <a:r>
              <a:rPr lang="en-US" dirty="0"/>
              <a:t> Python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506AF44-97EF-BC15-8D7C-7F278CC40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0889" y="796560"/>
            <a:ext cx="1530221" cy="153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168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75BB-C592-EDF8-D4E7-402294DC5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0FB3E0-603E-60B7-FC6A-DAEFA50DE6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432" y="1463366"/>
            <a:ext cx="6145935" cy="318327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B6F43D-8D86-A0DD-284D-1FA6D593D130}"/>
              </a:ext>
            </a:extLst>
          </p:cNvPr>
          <p:cNvSpPr txBox="1"/>
          <p:nvPr/>
        </p:nvSpPr>
        <p:spPr>
          <a:xfrm>
            <a:off x="6960634" y="2088841"/>
            <a:ext cx="52313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Scientist/Engineer at BitsKraft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Around 2.5 years of industry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Consultant as Data Scientist at </a:t>
            </a:r>
            <a:r>
              <a:rPr lang="en-US" dirty="0" err="1"/>
              <a:t>WiseYak</a:t>
            </a: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79A6AB-7C02-832A-9FE3-787EE490B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635" y="768041"/>
            <a:ext cx="2457450" cy="6953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74CB0D-76EC-4656-1116-E4F7370D3492}"/>
              </a:ext>
            </a:extLst>
          </p:cNvPr>
          <p:cNvSpPr txBox="1"/>
          <p:nvPr/>
        </p:nvSpPr>
        <p:spPr>
          <a:xfrm>
            <a:off x="6774022" y="3927365"/>
            <a:ext cx="48519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Graduated Computer Engineering (2021)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Currently Pursuing MDS at TU</a:t>
            </a:r>
          </a:p>
        </p:txBody>
      </p:sp>
    </p:spTree>
    <p:extLst>
      <p:ext uri="{BB962C8B-B14F-4D97-AF65-F5344CB8AC3E}">
        <p14:creationId xmlns:p14="http://schemas.microsoft.com/office/powerpoint/2010/main" val="1626185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799C9-15D6-6E1F-012B-51B0D505D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CD34C-6366-4035-4576-5F910D489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created by Guido van Rossum at 1991.</a:t>
            </a:r>
          </a:p>
          <a:p>
            <a:r>
              <a:rPr lang="en-US" dirty="0"/>
              <a:t>Easy to learn and powerful programming language.</a:t>
            </a:r>
          </a:p>
          <a:p>
            <a:r>
              <a:rPr lang="en-US" dirty="0"/>
              <a:t>General purpose programming language with wide range of applications including web development, data analysis, artificial intelligence, scientific computing, and more.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A67009C-4C10-A659-88F1-D5815BDB1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696" y="5091585"/>
            <a:ext cx="1530221" cy="15302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7D3971-10EC-DAB4-FDE3-5EB98125874F}"/>
              </a:ext>
            </a:extLst>
          </p:cNvPr>
          <p:cNvSpPr txBox="1"/>
          <p:nvPr/>
        </p:nvSpPr>
        <p:spPr>
          <a:xfrm>
            <a:off x="3424334" y="5672030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https://www.python.org/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82422F-DB03-4485-1D2C-2C8B7BE31C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1230" y="1380782"/>
            <a:ext cx="2001417" cy="133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789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19783-32CA-19F7-6657-30096BF48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0E7ED-15FC-EB61-2FA5-6BA3C59F1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Free and Open Source</a:t>
            </a:r>
          </a:p>
          <a:p>
            <a:r>
              <a:rPr lang="en-US" dirty="0"/>
              <a:t>Beginner Friendly and easy learning curve6</a:t>
            </a:r>
          </a:p>
          <a:p>
            <a:r>
              <a:rPr lang="en-US" dirty="0"/>
              <a:t>Easy to Use, Code, Read and Debug</a:t>
            </a:r>
          </a:p>
          <a:p>
            <a:r>
              <a:rPr lang="en-US" dirty="0"/>
              <a:t>Dynamically Typed and Interpreted Language</a:t>
            </a:r>
          </a:p>
          <a:p>
            <a:r>
              <a:rPr lang="en-US" dirty="0"/>
              <a:t>Object Oriented Programming Capabilities</a:t>
            </a:r>
          </a:p>
          <a:p>
            <a:r>
              <a:rPr lang="en-US" dirty="0"/>
              <a:t>Extensive Range of Library and Frameworks</a:t>
            </a:r>
          </a:p>
          <a:p>
            <a:r>
              <a:rPr lang="en-US" dirty="0"/>
              <a:t>Versatility –wide range of applications.</a:t>
            </a:r>
          </a:p>
          <a:p>
            <a:r>
              <a:rPr lang="en-US" dirty="0"/>
              <a:t>Strong Community Support and many more…</a:t>
            </a:r>
          </a:p>
        </p:txBody>
      </p:sp>
    </p:spTree>
    <p:extLst>
      <p:ext uri="{BB962C8B-B14F-4D97-AF65-F5344CB8AC3E}">
        <p14:creationId xmlns:p14="http://schemas.microsoft.com/office/powerpoint/2010/main" val="3472756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C4293CB2-B135-0C71-4212-691D7C8ACD43}"/>
              </a:ext>
            </a:extLst>
          </p:cNvPr>
          <p:cNvSpPr/>
          <p:nvPr/>
        </p:nvSpPr>
        <p:spPr>
          <a:xfrm>
            <a:off x="4203149" y="2498830"/>
            <a:ext cx="2631233" cy="6169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E7802C3-CF52-05FB-2FF7-F6618C06E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6912" y="4875180"/>
            <a:ext cx="1857375" cy="3524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2E7968E-6082-28C1-1A9B-B63308B3E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276" y="5705555"/>
            <a:ext cx="3366649" cy="5414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7DF460F-E2DC-1D6F-2F11-B4162E648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162" y="3348338"/>
            <a:ext cx="2733675" cy="447675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9C00E04-83F5-58F9-4858-B10E536B43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075" y="3348338"/>
            <a:ext cx="3260855" cy="648665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65DBD32-F67E-3733-F75A-06D1909BB9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27103" y="235171"/>
            <a:ext cx="1690017" cy="184634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6E82F6B-B7A4-AC1A-0A93-A39F9C149E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075" y="4545240"/>
            <a:ext cx="2952009" cy="62179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A7A09A7-5135-B613-E9A5-AC55B38C01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27779" y="4415656"/>
            <a:ext cx="2623329" cy="2271952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A435A0AD-438D-10B8-AADA-900FD9F914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281486" y="2562267"/>
            <a:ext cx="2381250" cy="4762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2D6BEDF-7DE8-2147-2D45-CC511E26902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3075" y="5551632"/>
            <a:ext cx="2457450" cy="69532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576DDBD-24A9-5CD2-C4EE-7431C0A1F83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59183" y="704414"/>
            <a:ext cx="1342976" cy="30478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A888E77-02AA-26A3-A7C0-C6229FAE561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89229" y="463020"/>
            <a:ext cx="3392431" cy="621793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1AEE90E8-9AC0-1BFC-1AC3-85C6CA9412C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737826" y="1803982"/>
            <a:ext cx="1247775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227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AFCBF-8443-17A2-6490-CBAE6EBDA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900DD0-7BC0-C034-8739-46F0DA653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35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152</TotalTime>
  <Words>140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Introduction to  Python</vt:lpstr>
      <vt:lpstr>About Me</vt:lpstr>
      <vt:lpstr>Python</vt:lpstr>
      <vt:lpstr>Features of Python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Python</dc:title>
  <dc:creator>Suman Paudel</dc:creator>
  <cp:lastModifiedBy>Suman Paudel</cp:lastModifiedBy>
  <cp:revision>6</cp:revision>
  <dcterms:created xsi:type="dcterms:W3CDTF">2024-02-17T10:19:26Z</dcterms:created>
  <dcterms:modified xsi:type="dcterms:W3CDTF">2024-03-14T16:04:29Z</dcterms:modified>
</cp:coreProperties>
</file>