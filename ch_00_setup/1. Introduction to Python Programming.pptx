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4684" r:id="rId1"/>
  </p:sldMasterIdLst>
  <p:sldIdLst>
    <p:sldId id="256" r:id="rId2"/>
    <p:sldId id="257" r:id="rId3"/>
    <p:sldId id="258" r:id="rId4"/>
    <p:sldId id="259" r:id="rId5"/>
    <p:sldId id="262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28284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5968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2127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1889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8821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422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42855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210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185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97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80535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8093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97605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487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9387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29014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195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smtClean="0"/>
              <a:pPr/>
              <a:t>3/16/2024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456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685" r:id="rId1"/>
    <p:sldLayoutId id="2147484686" r:id="rId2"/>
    <p:sldLayoutId id="2147484687" r:id="rId3"/>
    <p:sldLayoutId id="2147484688" r:id="rId4"/>
    <p:sldLayoutId id="2147484689" r:id="rId5"/>
    <p:sldLayoutId id="2147484690" r:id="rId6"/>
    <p:sldLayoutId id="2147484691" r:id="rId7"/>
    <p:sldLayoutId id="2147484692" r:id="rId8"/>
    <p:sldLayoutId id="2147484693" r:id="rId9"/>
    <p:sldLayoutId id="2147484694" r:id="rId10"/>
    <p:sldLayoutId id="2147484695" r:id="rId11"/>
    <p:sldLayoutId id="2147484696" r:id="rId12"/>
    <p:sldLayoutId id="2147484697" r:id="rId13"/>
    <p:sldLayoutId id="2147484698" r:id="rId14"/>
    <p:sldLayoutId id="2147484699" r:id="rId15"/>
    <p:sldLayoutId id="2147484700" r:id="rId16"/>
    <p:sldLayoutId id="2147484701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g"/><Relationship Id="rId4" Type="http://schemas.openxmlformats.org/officeDocument/2006/relationships/hyperlink" Target="https://www.python.org/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18" Type="http://schemas.openxmlformats.org/officeDocument/2006/relationships/image" Target="../media/image25.svg"/><Relationship Id="rId26" Type="http://schemas.openxmlformats.org/officeDocument/2006/relationships/image" Target="../media/image32.png"/><Relationship Id="rId3" Type="http://schemas.openxmlformats.org/officeDocument/2006/relationships/image" Target="../media/image10.png"/><Relationship Id="rId21" Type="http://schemas.openxmlformats.org/officeDocument/2006/relationships/image" Target="../media/image28.svg"/><Relationship Id="rId7" Type="http://schemas.openxmlformats.org/officeDocument/2006/relationships/image" Target="../media/image14.svg"/><Relationship Id="rId12" Type="http://schemas.openxmlformats.org/officeDocument/2006/relationships/image" Target="../media/image19.svg"/><Relationship Id="rId17" Type="http://schemas.openxmlformats.org/officeDocument/2006/relationships/image" Target="../media/image24.png"/><Relationship Id="rId25" Type="http://schemas.openxmlformats.org/officeDocument/2006/relationships/image" Target="../media/image8.png"/><Relationship Id="rId2" Type="http://schemas.openxmlformats.org/officeDocument/2006/relationships/image" Target="../media/image6.png"/><Relationship Id="rId16" Type="http://schemas.openxmlformats.org/officeDocument/2006/relationships/image" Target="../media/image23.png"/><Relationship Id="rId20" Type="http://schemas.openxmlformats.org/officeDocument/2006/relationships/image" Target="../media/image27.png"/><Relationship Id="rId29" Type="http://schemas.openxmlformats.org/officeDocument/2006/relationships/image" Target="../media/image3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24" Type="http://schemas.openxmlformats.org/officeDocument/2006/relationships/image" Target="../media/image31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23" Type="http://schemas.openxmlformats.org/officeDocument/2006/relationships/image" Target="../media/image30.png"/><Relationship Id="rId28" Type="http://schemas.openxmlformats.org/officeDocument/2006/relationships/image" Target="../media/image34.png"/><Relationship Id="rId10" Type="http://schemas.openxmlformats.org/officeDocument/2006/relationships/image" Target="../media/image17.svg"/><Relationship Id="rId19" Type="http://schemas.openxmlformats.org/officeDocument/2006/relationships/image" Target="../media/image26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Relationship Id="rId22" Type="http://schemas.openxmlformats.org/officeDocument/2006/relationships/image" Target="../media/image29.png"/><Relationship Id="rId27" Type="http://schemas.openxmlformats.org/officeDocument/2006/relationships/image" Target="../media/image3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96C836-956C-0824-231C-11689CEB44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7137" y="1964268"/>
            <a:ext cx="7197726" cy="2421464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Introduction to</a:t>
            </a:r>
            <a:br>
              <a:rPr lang="en-US" dirty="0"/>
            </a:br>
            <a:r>
              <a:rPr lang="en-US" dirty="0"/>
              <a:t> Python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506AF44-97EF-BC15-8D7C-7F278CC40E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0889" y="796560"/>
            <a:ext cx="1530221" cy="1530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168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875BB-C592-EDF8-D4E7-402294DC5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809" y="212869"/>
            <a:ext cx="3970175" cy="1110343"/>
          </a:xfrm>
        </p:spPr>
        <p:txBody>
          <a:bodyPr/>
          <a:lstStyle/>
          <a:p>
            <a:r>
              <a:rPr lang="en-US" dirty="0"/>
              <a:t>About 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B6F43D-8D86-A0DD-284D-1FA6D593D130}"/>
              </a:ext>
            </a:extLst>
          </p:cNvPr>
          <p:cNvSpPr txBox="1"/>
          <p:nvPr/>
        </p:nvSpPr>
        <p:spPr>
          <a:xfrm>
            <a:off x="6960634" y="2088841"/>
            <a:ext cx="523136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Scientist/Engineer at BitsKraft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Around 2.5 years of industry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Contractor as Data Scientist at </a:t>
            </a:r>
            <a:r>
              <a:rPr lang="en-US" dirty="0" err="1"/>
              <a:t>WiseYak</a:t>
            </a:r>
            <a:r>
              <a:rPr lang="en-US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F79A6AB-7C02-832A-9FE3-787EE490B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635" y="768041"/>
            <a:ext cx="2457450" cy="6953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74CB0D-76EC-4656-1116-E4F7370D3492}"/>
              </a:ext>
            </a:extLst>
          </p:cNvPr>
          <p:cNvSpPr txBox="1"/>
          <p:nvPr/>
        </p:nvSpPr>
        <p:spPr>
          <a:xfrm>
            <a:off x="6960634" y="3927365"/>
            <a:ext cx="466530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Graduated Computer Engineering (2021)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Currently Pursuing Master in Data Science at Tribhuvan University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1D2D107-A3CF-2878-ABCC-6C1467E0154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2417"/>
          <a:stretch/>
        </p:blipFill>
        <p:spPr>
          <a:xfrm>
            <a:off x="167187" y="1920564"/>
            <a:ext cx="6606835" cy="341719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1BB0D04C-1478-06B4-1FA5-D29D562D114A}"/>
              </a:ext>
            </a:extLst>
          </p:cNvPr>
          <p:cNvSpPr txBox="1">
            <a:spLocks/>
          </p:cNvSpPr>
          <p:nvPr/>
        </p:nvSpPr>
        <p:spPr>
          <a:xfrm>
            <a:off x="1127449" y="6026924"/>
            <a:ext cx="3229947" cy="476513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 cap="all">
                <a:ln w="3175" cmpd="sng">
                  <a:noFill/>
                </a:ln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200" cap="none" dirty="0"/>
              <a:t>https://www.linkedin.com/in/suman-paudel/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B80F43-CCD3-72BC-0542-C8469C028B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8051" y="3171979"/>
            <a:ext cx="1055781" cy="914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185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799C9-15D6-6E1F-012B-51B0D505D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CD34C-6366-4035-4576-5F910D489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created by Guido van Rossum at 1991.</a:t>
            </a:r>
          </a:p>
          <a:p>
            <a:r>
              <a:rPr lang="en-US" dirty="0"/>
              <a:t>Easy to learn and powerful programming language.</a:t>
            </a:r>
          </a:p>
          <a:p>
            <a:r>
              <a:rPr lang="en-US" dirty="0"/>
              <a:t>General purpose programming language with wide range of applications including web development, data analysis, artificial intelligence, scientific computing, and more.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A67009C-4C10-A659-88F1-D5815BDB17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60696" y="5091585"/>
            <a:ext cx="1530221" cy="15302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A7D3971-10EC-DAB4-FDE3-5EB98125874F}"/>
              </a:ext>
            </a:extLst>
          </p:cNvPr>
          <p:cNvSpPr txBox="1"/>
          <p:nvPr/>
        </p:nvSpPr>
        <p:spPr>
          <a:xfrm>
            <a:off x="3424334" y="5672030"/>
            <a:ext cx="6102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https://www.python.org/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B82422F-DB03-4485-1D2C-2C8B7BE31C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1230" y="1380782"/>
            <a:ext cx="2001417" cy="133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7895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19783-32CA-19F7-6657-30096BF48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of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0E7ED-15FC-EB61-2FA5-6BA3C59F1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Free and Open Source</a:t>
            </a:r>
          </a:p>
          <a:p>
            <a:r>
              <a:rPr lang="en-US" dirty="0"/>
              <a:t>Beginner Friendly and easy learning curve6</a:t>
            </a:r>
          </a:p>
          <a:p>
            <a:r>
              <a:rPr lang="en-US" dirty="0"/>
              <a:t>Easy to Use, Code, Read and Debug</a:t>
            </a:r>
          </a:p>
          <a:p>
            <a:r>
              <a:rPr lang="en-US" dirty="0"/>
              <a:t>Dynamically Typed and Interpreted Language</a:t>
            </a:r>
          </a:p>
          <a:p>
            <a:r>
              <a:rPr lang="en-US" dirty="0"/>
              <a:t>Object Oriented Programming Capabilities</a:t>
            </a:r>
          </a:p>
          <a:p>
            <a:r>
              <a:rPr lang="en-US" dirty="0"/>
              <a:t>Extensive Range of Library and Frameworks</a:t>
            </a:r>
          </a:p>
          <a:p>
            <a:r>
              <a:rPr lang="en-US" dirty="0"/>
              <a:t>Versatility –wide range of applications.</a:t>
            </a:r>
          </a:p>
          <a:p>
            <a:r>
              <a:rPr lang="en-US" dirty="0"/>
              <a:t>Strong Community Support and many more…</a:t>
            </a:r>
          </a:p>
        </p:txBody>
      </p:sp>
    </p:spTree>
    <p:extLst>
      <p:ext uri="{BB962C8B-B14F-4D97-AF65-F5344CB8AC3E}">
        <p14:creationId xmlns:p14="http://schemas.microsoft.com/office/powerpoint/2010/main" val="3472756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CB4713F-D122-0447-4DF9-075288305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8809" y="1241866"/>
            <a:ext cx="2110086" cy="5970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BACA09-D698-8685-046A-7833C6E817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2360" y="2418498"/>
            <a:ext cx="2247036" cy="4179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37AEB21-A4B8-9421-1B4B-D7DAA4979A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6864" y="2351328"/>
            <a:ext cx="2821344" cy="6403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3EDE0DE-17D3-2FCA-911F-BBD2222A6E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0034" y="3342251"/>
            <a:ext cx="3392431" cy="621793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CBC1E7CA-5CD7-50B9-AC3B-90719CE2DD4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9639" y="3354829"/>
            <a:ext cx="1463106" cy="4467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F810B09-36A5-5991-564F-327E1D63A1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94618" y="3398386"/>
            <a:ext cx="1181100" cy="314325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6D699B95-ABBF-CC2E-75B4-3BB7574CA65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12465" y="5746305"/>
            <a:ext cx="938704" cy="938704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AEF85C3-639A-1D82-6A76-941B7F403EE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150842" y="1433396"/>
            <a:ext cx="1857375" cy="35242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A87CC21-993B-AFFE-C0D0-06532C06A9F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0728" y="3411117"/>
            <a:ext cx="3750864" cy="60318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55164993-0757-628F-94B1-7843F02E6F41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b="22854"/>
          <a:stretch/>
        </p:blipFill>
        <p:spPr>
          <a:xfrm>
            <a:off x="8750659" y="5907277"/>
            <a:ext cx="3321560" cy="53744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1B21CA7-90B9-6865-634C-50ADD3AFDA1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860" y="1238544"/>
            <a:ext cx="2733675" cy="44767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230B225-52E7-815B-643E-103ABCAE851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805030" y="4274650"/>
            <a:ext cx="1070688" cy="1070688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487F58B8-A278-DD34-B1CE-B4F142DE6758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5032" y="2351328"/>
            <a:ext cx="2883503" cy="5736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4314653C-DCBD-4028-95F4-E25AA20BE0A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108795" y="4482589"/>
            <a:ext cx="2810064" cy="785247"/>
          </a:xfrm>
          <a:prstGeom prst="rect">
            <a:avLst/>
          </a:prstGeom>
        </p:spPr>
      </p:pic>
      <p:pic>
        <p:nvPicPr>
          <p:cNvPr id="37" name="Graphic 36">
            <a:extLst>
              <a:ext uri="{FF2B5EF4-FFF2-40B4-BE49-F238E27FC236}">
                <a16:creationId xmlns:a16="http://schemas.microsoft.com/office/drawing/2014/main" id="{77C7FBC4-64D8-FCED-A968-0CC1C813DAE0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967469" y="3919110"/>
            <a:ext cx="1547607" cy="1690761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7C696549-D69A-1A50-3FFE-884070FAE8E6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09199" y="4216031"/>
            <a:ext cx="3750864" cy="790059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213C9FFE-D76A-55C5-C83B-60FF0905DE8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81182" y="5124992"/>
            <a:ext cx="2358896" cy="1338408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9A3D26D-0C9F-3D7F-C54A-ADAD6E1B37B7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60241" y="2312113"/>
            <a:ext cx="2110086" cy="630721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18AA37C9-4FEB-B1E8-0140-56E8BE02262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140476" y="5576026"/>
            <a:ext cx="1282743" cy="1110928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B82DF976-4D61-2C90-29C0-F735C5DB5CB5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3404881" y="5774432"/>
            <a:ext cx="2381250" cy="476250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AE265438-09B6-7248-C2B4-49E1C75545B6}"/>
              </a:ext>
            </a:extLst>
          </p:cNvPr>
          <p:cNvSpPr txBox="1"/>
          <p:nvPr/>
        </p:nvSpPr>
        <p:spPr>
          <a:xfrm>
            <a:off x="3309646" y="342778"/>
            <a:ext cx="54068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B0F0"/>
                </a:solidFill>
              </a:rPr>
              <a:t>Top IT Companies on Data Science and AI</a:t>
            </a:r>
          </a:p>
        </p:txBody>
      </p:sp>
      <p:pic>
        <p:nvPicPr>
          <p:cNvPr id="69" name="Graphic 68">
            <a:extLst>
              <a:ext uri="{FF2B5EF4-FFF2-40B4-BE49-F238E27FC236}">
                <a16:creationId xmlns:a16="http://schemas.microsoft.com/office/drawing/2014/main" id="{9E86CCEA-2709-49E2-1646-FC136D58A67A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743842" y="1301469"/>
            <a:ext cx="2800258" cy="41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53549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3F296A"/>
      </a:dk2>
      <a:lt2>
        <a:srgbClr val="EBEBEB"/>
      </a:lt2>
      <a:accent1>
        <a:srgbClr val="E84574"/>
      </a:accent1>
      <a:accent2>
        <a:srgbClr val="798FF2"/>
      </a:accent2>
      <a:accent3>
        <a:srgbClr val="95C369"/>
      </a:accent3>
      <a:accent4>
        <a:srgbClr val="EE875A"/>
      </a:accent4>
      <a:accent5>
        <a:srgbClr val="C363E8"/>
      </a:accent5>
      <a:accent6>
        <a:srgbClr val="6AADC8"/>
      </a:accent6>
      <a:hlink>
        <a:srgbClr val="FE80C7"/>
      </a:hlink>
      <a:folHlink>
        <a:srgbClr val="FBA3EC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61DDDE80-2DFA-4F2A-B66F-72059846BDA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280</TotalTime>
  <Words>161</Words>
  <Application>Microsoft Office PowerPoint</Application>
  <PresentationFormat>Widescreen</PresentationFormat>
  <Paragraphs>30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Celestial</vt:lpstr>
      <vt:lpstr>Introduction to  Python</vt:lpstr>
      <vt:lpstr>About Me</vt:lpstr>
      <vt:lpstr>Python</vt:lpstr>
      <vt:lpstr>Features of Python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 Python</dc:title>
  <dc:creator>Suman Paudel</dc:creator>
  <cp:lastModifiedBy>Suman Paudel</cp:lastModifiedBy>
  <cp:revision>13</cp:revision>
  <dcterms:created xsi:type="dcterms:W3CDTF">2024-02-17T10:19:26Z</dcterms:created>
  <dcterms:modified xsi:type="dcterms:W3CDTF">2024-03-16T15:44:26Z</dcterms:modified>
</cp:coreProperties>
</file>